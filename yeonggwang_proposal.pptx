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78"/>
  </p:normalViewPr>
  <p:slideViewPr>
    <p:cSldViewPr snapToGrid="0" snapToObjects="1">
      <p:cViewPr varScale="1">
        <p:scale>
          <a:sx n="150" d="100"/>
          <a:sy n="150" d="100"/>
        </p:scale>
        <p:origin x="90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Triangle 2"/>
          <p:cNvSpPr/>
          <p:nvPr/>
        </p:nvSpPr>
        <p:spPr>
          <a:xfrm rot="10800000">
            <a:off x="6858000" y="0"/>
            <a:ext cx="5333695" cy="6858000"/>
          </a:xfrm>
          <a:prstGeom prst="rtTriangle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114800" cy="457200"/>
          </a:xfrm>
          <a:prstGeom prst="round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1C36"/>
                </a:solidFill>
              </a:defRPr>
            </a:pPr>
            <a:r>
              <a:t>🏛️ 제9대·10대 영광군의회 맞춤 소통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영광군의회 군민소통 전용 웹플랫폼</a:t>
            </a:r>
          </a:p>
          <a:p>
            <a:pPr>
              <a:spcBef>
                <a:spcPts val="1200"/>
              </a:spcBef>
              <a:defRPr sz="4000" b="1">
                <a:solidFill>
                  <a:srgbClr val="E0A96D"/>
                </a:solidFill>
              </a:defRPr>
            </a:pPr>
            <a:r>
              <a:t>'열린소통 ON' 구축 및 도입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00A896"/>
                </a:solidFill>
              </a:defRPr>
            </a:pPr>
            <a:r>
              <a:t>"군민의 소리를 담다, 함께 만드는 영광의 미래"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449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rPr dirty="0" err="1"/>
              <a:t>제안자</a:t>
            </a:r>
            <a:r>
              <a:rPr dirty="0"/>
              <a:t>: 글로컬소프트 </a:t>
            </a:r>
            <a:r>
              <a:rPr lang="ko-KR" altLang="en-US" dirty="0"/>
              <a:t>대표 김종훈</a:t>
            </a:r>
            <a:r>
              <a:rPr dirty="0"/>
              <a:t>| </a:t>
            </a:r>
            <a:r>
              <a:rPr dirty="0" err="1"/>
              <a:t>영광군의회</a:t>
            </a:r>
            <a:r>
              <a:rPr dirty="0"/>
              <a:t> </a:t>
            </a:r>
            <a:r>
              <a:rPr dirty="0" err="1"/>
              <a:t>실무자</a:t>
            </a:r>
            <a:r>
              <a:rPr dirty="0"/>
              <a:t> </a:t>
            </a:r>
            <a:r>
              <a:rPr dirty="0" err="1"/>
              <a:t>제출용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BACKGROUND &amp;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추진 배경 및 도입 필요성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E71D36"/>
                </a:solidFill>
              </a:defRPr>
            </a:pPr>
            <a:r>
              <a:rPr dirty="0"/>
              <a:t>❌ </a:t>
            </a:r>
            <a:r>
              <a:rPr dirty="0" err="1"/>
              <a:t>기존</a:t>
            </a:r>
            <a:r>
              <a:rPr dirty="0"/>
              <a:t> </a:t>
            </a:r>
            <a:r>
              <a:rPr dirty="0" err="1"/>
              <a:t>지자체</a:t>
            </a:r>
            <a:r>
              <a:rPr dirty="0"/>
              <a:t>/</a:t>
            </a:r>
            <a:r>
              <a:rPr dirty="0" err="1"/>
              <a:t>의정</a:t>
            </a:r>
            <a:r>
              <a:rPr dirty="0"/>
              <a:t> </a:t>
            </a:r>
            <a:r>
              <a:rPr dirty="0" err="1"/>
              <a:t>홈페이지의</a:t>
            </a:r>
            <a:r>
              <a:rPr dirty="0"/>
              <a:t> </a:t>
            </a:r>
            <a:r>
              <a:rPr dirty="0" err="1"/>
              <a:t>한계점</a:t>
            </a:r>
            <a:endParaRPr dirty="0"/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단방향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전달</a:t>
            </a:r>
            <a:r>
              <a:rPr dirty="0"/>
              <a:t> </a:t>
            </a:r>
            <a:r>
              <a:rPr dirty="0" err="1"/>
              <a:t>중심</a:t>
            </a:r>
            <a:r>
              <a:rPr dirty="0"/>
              <a:t>: </a:t>
            </a:r>
            <a:r>
              <a:rPr dirty="0" err="1"/>
              <a:t>공지사항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텍스트</a:t>
            </a:r>
            <a:r>
              <a:rPr dirty="0"/>
              <a:t> </a:t>
            </a:r>
            <a:r>
              <a:rPr dirty="0" err="1"/>
              <a:t>회의록</a:t>
            </a:r>
            <a:r>
              <a:rPr dirty="0"/>
              <a:t> </a:t>
            </a:r>
            <a:r>
              <a:rPr dirty="0" err="1"/>
              <a:t>열람</a:t>
            </a:r>
            <a:r>
              <a:rPr dirty="0"/>
              <a:t> </a:t>
            </a:r>
            <a:r>
              <a:rPr dirty="0" err="1"/>
              <a:t>위주로</a:t>
            </a:r>
            <a:r>
              <a:rPr dirty="0"/>
              <a:t> </a:t>
            </a:r>
            <a:r>
              <a:rPr dirty="0" err="1"/>
              <a:t>군민</a:t>
            </a:r>
            <a:r>
              <a:rPr dirty="0"/>
              <a:t> </a:t>
            </a:r>
            <a:r>
              <a:rPr dirty="0" err="1"/>
              <a:t>참여</a:t>
            </a:r>
            <a:r>
              <a:rPr dirty="0"/>
              <a:t> </a:t>
            </a:r>
            <a:r>
              <a:rPr dirty="0" err="1"/>
              <a:t>저조</a:t>
            </a:r>
            <a:endParaRPr dirty="0"/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고령층</a:t>
            </a:r>
            <a:r>
              <a:rPr dirty="0"/>
              <a:t> </a:t>
            </a:r>
            <a:r>
              <a:rPr dirty="0" err="1"/>
              <a:t>접근성</a:t>
            </a:r>
            <a:r>
              <a:rPr dirty="0"/>
              <a:t> </a:t>
            </a:r>
            <a:r>
              <a:rPr dirty="0" err="1"/>
              <a:t>부족</a:t>
            </a:r>
            <a:r>
              <a:rPr dirty="0"/>
              <a:t>: </a:t>
            </a:r>
            <a:r>
              <a:rPr dirty="0" err="1"/>
              <a:t>작은</a:t>
            </a:r>
            <a:r>
              <a:rPr dirty="0"/>
              <a:t> </a:t>
            </a:r>
            <a:r>
              <a:rPr dirty="0" err="1"/>
              <a:t>글씨와</a:t>
            </a:r>
            <a:r>
              <a:rPr dirty="0"/>
              <a:t> </a:t>
            </a:r>
            <a:r>
              <a:rPr dirty="0" err="1"/>
              <a:t>복잡한</a:t>
            </a:r>
            <a:r>
              <a:rPr dirty="0"/>
              <a:t> </a:t>
            </a:r>
            <a:r>
              <a:rPr dirty="0" err="1"/>
              <a:t>메뉴</a:t>
            </a:r>
            <a:r>
              <a:rPr dirty="0"/>
              <a:t>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어르신</a:t>
            </a:r>
            <a:r>
              <a:rPr dirty="0"/>
              <a:t> </a:t>
            </a:r>
            <a:r>
              <a:rPr dirty="0" err="1"/>
              <a:t>군민</a:t>
            </a:r>
            <a:r>
              <a:rPr dirty="0"/>
              <a:t> </a:t>
            </a:r>
            <a:r>
              <a:rPr dirty="0" err="1"/>
              <a:t>소통</a:t>
            </a:r>
            <a:r>
              <a:rPr dirty="0"/>
              <a:t> </a:t>
            </a:r>
            <a:r>
              <a:rPr dirty="0" err="1"/>
              <a:t>소외</a:t>
            </a:r>
            <a:endParaRPr dirty="0"/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지역</a:t>
            </a:r>
            <a:r>
              <a:rPr dirty="0"/>
              <a:t> </a:t>
            </a:r>
            <a:r>
              <a:rPr dirty="0" err="1"/>
              <a:t>밀착</a:t>
            </a:r>
            <a:r>
              <a:rPr dirty="0"/>
              <a:t> </a:t>
            </a:r>
            <a:r>
              <a:rPr dirty="0" err="1"/>
              <a:t>소통</a:t>
            </a:r>
            <a:r>
              <a:rPr dirty="0"/>
              <a:t> </a:t>
            </a:r>
            <a:r>
              <a:rPr dirty="0" err="1"/>
              <a:t>미흡</a:t>
            </a:r>
            <a:r>
              <a:rPr dirty="0"/>
              <a:t>: </a:t>
            </a:r>
            <a:r>
              <a:rPr dirty="0" err="1"/>
              <a:t>영광</a:t>
            </a:r>
            <a:r>
              <a:rPr dirty="0"/>
              <a:t> 11개 </a:t>
            </a:r>
            <a:r>
              <a:rPr dirty="0" err="1"/>
              <a:t>읍·면별</a:t>
            </a:r>
            <a:r>
              <a:rPr dirty="0"/>
              <a:t> </a:t>
            </a:r>
            <a:r>
              <a:rPr dirty="0" err="1"/>
              <a:t>맞춤</a:t>
            </a:r>
            <a:r>
              <a:rPr dirty="0"/>
              <a:t> </a:t>
            </a:r>
            <a:r>
              <a:rPr dirty="0" err="1"/>
              <a:t>이슈</a:t>
            </a:r>
            <a:r>
              <a:rPr dirty="0"/>
              <a:t> </a:t>
            </a:r>
            <a:r>
              <a:rPr dirty="0" err="1"/>
              <a:t>파악</a:t>
            </a:r>
            <a:r>
              <a:rPr dirty="0"/>
              <a:t> </a:t>
            </a:r>
            <a:r>
              <a:rPr dirty="0" err="1"/>
              <a:t>및</a:t>
            </a:r>
            <a:r>
              <a:rPr dirty="0"/>
              <a:t> </a:t>
            </a:r>
            <a:r>
              <a:rPr dirty="0" err="1"/>
              <a:t>의견</a:t>
            </a:r>
            <a:r>
              <a:rPr dirty="0"/>
              <a:t> </a:t>
            </a:r>
            <a:r>
              <a:rPr dirty="0" err="1"/>
              <a:t>수렴</a:t>
            </a:r>
            <a:r>
              <a:rPr dirty="0"/>
              <a:t> </a:t>
            </a:r>
            <a:r>
              <a:rPr dirty="0" err="1"/>
              <a:t>한계</a:t>
            </a:r>
            <a:endParaRPr dirty="0"/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민원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불투명성</a:t>
            </a:r>
            <a:r>
              <a:rPr dirty="0"/>
              <a:t>: </a:t>
            </a:r>
            <a:r>
              <a:rPr dirty="0" err="1"/>
              <a:t>청원</a:t>
            </a:r>
            <a:r>
              <a:rPr dirty="0"/>
              <a:t> </a:t>
            </a:r>
            <a:r>
              <a:rPr dirty="0" err="1"/>
              <a:t>접수</a:t>
            </a:r>
            <a:r>
              <a:rPr dirty="0"/>
              <a:t> </a:t>
            </a:r>
            <a:r>
              <a:rPr dirty="0" err="1"/>
              <a:t>후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단계와</a:t>
            </a:r>
            <a:r>
              <a:rPr dirty="0"/>
              <a:t> </a:t>
            </a:r>
            <a:r>
              <a:rPr dirty="0" err="1"/>
              <a:t>안건</a:t>
            </a:r>
            <a:r>
              <a:rPr dirty="0"/>
              <a:t> </a:t>
            </a:r>
            <a:r>
              <a:rPr dirty="0" err="1"/>
              <a:t>반영</a:t>
            </a:r>
            <a:r>
              <a:rPr dirty="0"/>
              <a:t> </a:t>
            </a:r>
            <a:r>
              <a:rPr dirty="0" err="1"/>
              <a:t>과정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</a:t>
            </a:r>
            <a:r>
              <a:rPr dirty="0" err="1"/>
              <a:t>어려움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E6F7F5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A896"/>
                </a:solidFill>
              </a:defRPr>
            </a:pPr>
            <a:r>
              <a:t>⭕ '열린소통 ON'만의 혁신적 해결책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쌍방향 참여 포털: 군민청원 100명 동의 시 의회 안건 자동 반영 프로세스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어르신 쉬운 모드 지원: 글자 120% 확대 &amp; 고대비 모드 원클릭 전환 기능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11개 읍·면 소통지도: 법성, 백수, 염산 등 동네별 맞춤 민원 시각화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실시간 처리 시각화: [접수 ➔ 동의 ➔ 답변 ➔ 반영] 4단계 프로그레스 바 공개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'열린소통 ON' 5대 핵심 차별화 기능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① 군민청원 100명 동의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청원 제출 후 100명 동의 시 의장단 및 상임위 공식 안건 지정 &amp; 실시간 진행바 제공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② 어르신 쉬운 모드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영광군 고령층 인구 특성을 고려한 원클릭 글자 확대 &amp; 고대비 접근성 특화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③ 11개 읍·면 소통지도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영광읍부터 낙월면 도서 지역까지 11개 지역별 민원 및 의정활동 핀포인트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④ 조례안 라이브 투표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발의 중인 영광군 조례안에 군민이 직접 찬반 투표 및 파이차트 실시간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⑤ 생중계 &amp; AI 요약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본회의 실시간 방송시청과 주요 발언 4초 간격 AI 라이브 요약 &amp; 참관 예약 통합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COMPARISON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기존 홈페이지 vs '열린소통 ON' 비교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861950"/>
              </p:ext>
            </p:extLst>
          </p:nvPr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2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구분</a:t>
                      </a:r>
                      <a:endParaRPr dirty="0"/>
                    </a:p>
                  </a:txBody>
                  <a:tcPr anchor="ctr">
                    <a:solidFill>
                      <a:srgbClr val="0B2D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기존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영광군의회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홈페이지</a:t>
                      </a:r>
                      <a:r>
                        <a:rPr dirty="0"/>
                        <a:t> ❌</a:t>
                      </a:r>
                    </a:p>
                  </a:txBody>
                  <a:tcPr anchor="ctr">
                    <a:solidFill>
                      <a:srgbClr val="0B2D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새로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구축한</a:t>
                      </a:r>
                      <a:r>
                        <a:rPr dirty="0"/>
                        <a:t> '</a:t>
                      </a:r>
                      <a:r>
                        <a:rPr dirty="0" err="1"/>
                        <a:t>열린소통</a:t>
                      </a:r>
                      <a:r>
                        <a:rPr dirty="0"/>
                        <a:t> ON' ⭕</a:t>
                      </a:r>
                    </a:p>
                  </a:txBody>
                  <a:tcPr anchor="ctr">
                    <a:solidFill>
                      <a:srgbClr val="00A8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소통 방식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rPr dirty="0" err="1"/>
                        <a:t>단방향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정보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전달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공지사항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회의록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단순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조회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rPr dirty="0" err="1"/>
                        <a:t>쌍방향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참여형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군민청원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동의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조례안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찬반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직접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투표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어르신 접근성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rPr dirty="0" err="1"/>
                        <a:t>작은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글씨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복잡한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메뉴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어르신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이용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어려움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rPr dirty="0" err="1"/>
                        <a:t>어르신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쉬운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모드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글자</a:t>
                      </a:r>
                      <a:r>
                        <a:rPr dirty="0"/>
                        <a:t> 120% </a:t>
                      </a:r>
                      <a:r>
                        <a:rPr dirty="0" err="1"/>
                        <a:t>확대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고대비</a:t>
                      </a:r>
                      <a:r>
                        <a:rPr dirty="0"/>
                        <a:t>) </a:t>
                      </a:r>
                      <a:r>
                        <a:rPr dirty="0" err="1"/>
                        <a:t>원클릭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지원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지역 밀착도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rPr dirty="0" err="1"/>
                        <a:t>영광군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전체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통합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게시판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위주</a:t>
                      </a:r>
                      <a:endParaRPr dirty="0"/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rPr dirty="0" err="1"/>
                        <a:t>영광</a:t>
                      </a:r>
                      <a:r>
                        <a:rPr dirty="0"/>
                        <a:t> 11개 </a:t>
                      </a:r>
                      <a:r>
                        <a:rPr dirty="0" err="1"/>
                        <a:t>읍·면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소통지도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동네별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이슈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핀포인트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처리 투명성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민원 제출 후 처리 과정 파악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rPr dirty="0"/>
                        <a:t>[</a:t>
                      </a:r>
                      <a:r>
                        <a:rPr dirty="0" err="1"/>
                        <a:t>접수➔동의➔답변➔반영</a:t>
                      </a:r>
                      <a:r>
                        <a:rPr dirty="0"/>
                        <a:t>] 4단계 </a:t>
                      </a:r>
                      <a:r>
                        <a:rPr dirty="0" err="1"/>
                        <a:t>실시간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진행바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공개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회의록 요약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난해한 전문 회의록 검색 방식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rPr dirty="0"/>
                        <a:t>AI </a:t>
                      </a:r>
                      <a:r>
                        <a:rPr dirty="0" err="1"/>
                        <a:t>실시간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발언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요약</a:t>
                      </a:r>
                      <a:r>
                        <a:rPr dirty="0"/>
                        <a:t> &amp; 1:1 </a:t>
                      </a:r>
                      <a:r>
                        <a:rPr dirty="0" err="1"/>
                        <a:t>의원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직접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건의함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제공</a:t>
                      </a:r>
                      <a:endParaRPr dirty="0"/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COUNCIL ROSTER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제10대 영광군의회 현역 의장단 &amp; 의원 맞춤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A896"/>
                </a:solidFill>
              </a:defRPr>
            </a:pPr>
            <a:r>
              <a:t>※ 영광군의회 공식 홈페이지(https://www.yeonggwang.go.kr/ygcouncil) 제10대 최신 의원 정보 반영 완료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제10대 전반기 의장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조일영 의장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 (영광·대마·묘량·불갑)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제10대 전반기 부의장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김관필 부의장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나선거구 (백수·홍농·법성)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의회운영위원장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정용호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자치행정위원장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김홍재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산업건설위원장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박진구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나선거구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영광군의회 의원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임영민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영광군의회 의원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정선우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나선거구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영광군의회 의원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김선옥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비례대표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ADMIN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의회 사무과 전용 통합 관리자 시스템 (admin.html)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B2D52"/>
                </a:solidFill>
              </a:defRPr>
            </a:pPr>
            <a:r>
              <a:t>⚙️ 실무자를 위한 원스톱 관리 대시보드 탑재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📢 청원 및 안건 관리 : 접수된 군민 청원 조회, 의회 공식 답변 등록 및 100명 달성 안건 반영 처리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✉️ 1:1 의원 건의 알림 : 의원실별 접수된 건의 답변 작성 및 군민 신청자에게 SMS 알림 발송 연동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📺 생중계 &amp; AI 요약 : 본회의 생중계 상태(LIVE/종료) 제어 및 AI 실시간 발언 요약 라이브 등록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🗺️ 11개 읍·면 이슈 갱신 : 각 읍면별 소통 지도 내 최신 민원 및 현장 의정소식 1초 만에 업데이트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모바일 앱 확장성 및 구축 기대효과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A896"/>
                </a:solidFill>
              </a:defRPr>
            </a:pPr>
            <a:r>
              <a:t>📱 모바일 앱(App) 출시 확장성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✔ PWA (Progressive Web App): 앱스토어 설치 없이 스마트폰 홈 화면에 '영광군의회 앱' 1초 추가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✔ iOS &amp; Android 정식 앱 출시: 하이브리드(Capacitor) 변환으로 구글/애플 스토어 정식 등록 가능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✔ 스마트폰 푸시 알림 (Push): 청원 답변 등록 알림, 본회의 생중계 시작 알림 자동 발송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06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E0A96D"/>
                </a:solidFill>
              </a:defRPr>
            </a:pPr>
            <a:r>
              <a:t>📈 영광군의회 3대 기대 효과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1. 전남 1등 소통 의회 브랜딩: 군민 중심의 열린 소통 포털 운영 성과 홍보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2. 전 계층 포용적 의정: 청년층(온라인 청원/투표) + 어르신(쉬운 모드) 모두 포용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3. 의정 활동 성과 극대화: 1:1 열린 의원실 및 읍면 지도를 통한 공약 이행률 홍보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095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PRICING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사업 소요 예산 및 유지관리 견안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B2D52"/>
                </a:solidFill>
              </a:defRPr>
            </a:pPr>
            <a:r>
              <a:t>💻 플랫폼 초기 구축비 (1회성)</a:t>
            </a:r>
          </a:p>
          <a:p>
            <a:pPr>
              <a:spcBef>
                <a:spcPts val="1000"/>
              </a:spcBef>
              <a:defRPr sz="3200" b="1">
                <a:solidFill>
                  <a:srgbClr val="00A896"/>
                </a:solidFill>
              </a:defRPr>
            </a:pPr>
            <a:r>
              <a:t>10,000,000 원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(일천만 원 / VAT 별도)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✔ 군민소통 전용 웹플랫폼 맞춤 개발 일체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✔ 어르신 쉬운 모드 UI &amp; 11개 읍면 소통지도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✔ 조례안 군민 찬반 투표 &amp; AI 요약 모듈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✔ 의회 사무과 통합 관리자 포털(admin.html)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E6F7F5"/>
          </a:solidFill>
          <a:ln w="25400">
            <a:solidFill>
              <a:srgbClr val="E0A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B2D52"/>
                </a:solidFill>
              </a:defRPr>
            </a:pPr>
            <a:r>
              <a:t>⚙️ 서버 운영 및 유지관리비 (월 단위)</a:t>
            </a:r>
          </a:p>
          <a:p>
            <a:pPr>
              <a:spcBef>
                <a:spcPts val="1000"/>
              </a:spcBef>
              <a:defRPr sz="3200" b="1">
                <a:solidFill>
                  <a:srgbClr val="E0A96D"/>
                </a:solidFill>
              </a:defRPr>
            </a:pPr>
            <a:r>
              <a:t>1,000,000 원 / 월</a:t>
            </a:r>
          </a:p>
          <a:p>
            <a:pPr>
              <a:defRPr sz="1300">
                <a:solidFill>
                  <a:srgbClr val="1E293B"/>
                </a:solidFill>
              </a:defRPr>
            </a:pPr>
            <a:r>
              <a:t>(월 일백만 원 / VAT 별도)</a:t>
            </a:r>
          </a:p>
          <a:p>
            <a:pPr>
              <a:spcBef>
                <a:spcPts val="1000"/>
              </a:spcBef>
              <a:defRPr sz="1200" b="1">
                <a:solidFill>
                  <a:srgbClr val="0B2D52"/>
                </a:solidFill>
              </a:defRPr>
            </a:pPr>
            <a:r>
              <a:t>✔ 클라우드 보안 서버 호스팅 &amp; DB 백업 관리</a:t>
            </a:r>
          </a:p>
          <a:p>
            <a:pPr>
              <a:spcBef>
                <a:spcPts val="1000"/>
              </a:spcBef>
              <a:defRPr sz="1200" b="1">
                <a:solidFill>
                  <a:srgbClr val="0B2D52"/>
                </a:solidFill>
              </a:defRPr>
            </a:pPr>
            <a:r>
              <a:t>✔ 실시간 기술 지원 &amp; 긴급 장애 대응 24/7</a:t>
            </a:r>
          </a:p>
          <a:p>
            <a:pPr>
              <a:spcBef>
                <a:spcPts val="1000"/>
              </a:spcBef>
              <a:defRPr sz="1200" b="1">
                <a:solidFill>
                  <a:srgbClr val="0B2D52"/>
                </a:solidFill>
              </a:defRPr>
            </a:pPr>
            <a:r>
              <a:t>✔ 스마트폰 PWA 및 푸시 알림 서버 관리</a:t>
            </a:r>
          </a:p>
          <a:p>
            <a:pPr>
              <a:spcBef>
                <a:spcPts val="1000"/>
              </a:spcBef>
              <a:defRPr sz="1200" b="1">
                <a:solidFill>
                  <a:srgbClr val="0B2D52"/>
                </a:solidFill>
              </a:defRPr>
            </a:pPr>
            <a:r>
              <a:t>✔ 월별 군민 소통 통계 보고서 발행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460077" y="1828800"/>
            <a:ext cx="7271541" cy="2780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E0A96D"/>
                </a:solidFill>
              </a:defRPr>
            </a:pPr>
            <a:r>
              <a:rPr dirty="0" err="1"/>
              <a:t>감사합니다</a:t>
            </a:r>
            <a:endParaRPr dirty="0"/>
          </a:p>
          <a:p>
            <a:pPr algn="ctr">
              <a:spcBef>
                <a:spcPts val="2000"/>
              </a:spcBef>
              <a:defRPr sz="2200">
                <a:solidFill>
                  <a:srgbClr val="FFFFFF"/>
                </a:solidFill>
              </a:defRPr>
            </a:pPr>
            <a:r>
              <a:rPr dirty="0" err="1"/>
              <a:t>영광군의회</a:t>
            </a:r>
            <a:r>
              <a:rPr dirty="0"/>
              <a:t> </a:t>
            </a:r>
            <a:r>
              <a:rPr dirty="0" err="1"/>
              <a:t>군민소통</a:t>
            </a:r>
            <a:r>
              <a:rPr dirty="0"/>
              <a:t> </a:t>
            </a:r>
            <a:r>
              <a:rPr dirty="0" err="1"/>
              <a:t>전용</a:t>
            </a:r>
            <a:r>
              <a:rPr dirty="0"/>
              <a:t> </a:t>
            </a:r>
            <a:r>
              <a:rPr dirty="0" err="1"/>
              <a:t>웹플랫폼</a:t>
            </a:r>
            <a:r>
              <a:rPr dirty="0"/>
              <a:t> '</a:t>
            </a:r>
            <a:r>
              <a:rPr dirty="0" err="1"/>
              <a:t>열린소통</a:t>
            </a:r>
            <a:r>
              <a:rPr dirty="0"/>
              <a:t> </a:t>
            </a:r>
            <a:r>
              <a:rPr dirty="0" err="1"/>
              <a:t>ON'과</a:t>
            </a:r>
            <a:r>
              <a:rPr dirty="0"/>
              <a:t> </a:t>
            </a:r>
            <a:r>
              <a:rPr dirty="0" err="1"/>
              <a:t>함께</a:t>
            </a:r>
            <a:br>
              <a:rPr dirty="0"/>
            </a:br>
            <a:r>
              <a:rPr dirty="0" err="1"/>
              <a:t>군민</a:t>
            </a:r>
            <a:r>
              <a:rPr dirty="0"/>
              <a:t> </a:t>
            </a:r>
            <a:r>
              <a:rPr dirty="0" err="1"/>
              <a:t>중심의</a:t>
            </a:r>
            <a:r>
              <a:rPr dirty="0"/>
              <a:t> </a:t>
            </a:r>
            <a:r>
              <a:rPr dirty="0" err="1"/>
              <a:t>참여</a:t>
            </a:r>
            <a:r>
              <a:rPr dirty="0"/>
              <a:t> </a:t>
            </a:r>
            <a:r>
              <a:rPr dirty="0" err="1"/>
              <a:t>의정을</a:t>
            </a:r>
            <a:r>
              <a:rPr dirty="0"/>
              <a:t> </a:t>
            </a:r>
            <a:r>
              <a:rPr dirty="0" err="1"/>
              <a:t>만드시길</a:t>
            </a:r>
            <a:r>
              <a:rPr dirty="0"/>
              <a:t> </a:t>
            </a:r>
            <a:r>
              <a:rPr dirty="0" err="1"/>
              <a:t>기원합니다</a:t>
            </a:r>
            <a:r>
              <a:rPr dirty="0"/>
              <a:t>.</a:t>
            </a:r>
          </a:p>
          <a:p>
            <a:pPr algn="ctr">
              <a:spcBef>
                <a:spcPts val="3000"/>
              </a:spcBef>
              <a:defRPr sz="1500">
                <a:solidFill>
                  <a:srgbClr val="00A896"/>
                </a:solidFill>
              </a:defRPr>
            </a:pPr>
            <a:r>
              <a:rPr dirty="0"/>
              <a:t>🌐 </a:t>
            </a:r>
            <a:r>
              <a:rPr dirty="0" err="1"/>
              <a:t>데모</a:t>
            </a:r>
            <a:r>
              <a:rPr dirty="0"/>
              <a:t> </a:t>
            </a:r>
            <a:r>
              <a:rPr dirty="0" err="1"/>
              <a:t>시연</a:t>
            </a:r>
            <a:r>
              <a:rPr dirty="0"/>
              <a:t>: http://localhost:8085/ (</a:t>
            </a:r>
            <a:r>
              <a:rPr dirty="0" err="1"/>
              <a:t>관리자</a:t>
            </a:r>
            <a:r>
              <a:rPr dirty="0"/>
              <a:t>: /</a:t>
            </a:r>
            <a:r>
              <a:rPr dirty="0" err="1"/>
              <a:t>admin.html</a:t>
            </a:r>
            <a:r>
              <a:rPr dirty="0"/>
              <a:t>)</a:t>
            </a:r>
            <a:br>
              <a:rPr dirty="0"/>
            </a:br>
            <a:r>
              <a:rPr dirty="0"/>
              <a:t>📂 </a:t>
            </a:r>
            <a:r>
              <a:rPr dirty="0" err="1"/>
              <a:t>깃허브</a:t>
            </a:r>
            <a:r>
              <a:rPr dirty="0"/>
              <a:t> </a:t>
            </a:r>
            <a:r>
              <a:rPr dirty="0" err="1"/>
              <a:t>저장소</a:t>
            </a:r>
            <a:r>
              <a:rPr dirty="0"/>
              <a:t>: https://</a:t>
            </a:r>
            <a:r>
              <a:rPr dirty="0" err="1"/>
              <a:t>github.com</a:t>
            </a:r>
            <a:r>
              <a:rPr dirty="0"/>
              <a:t>/shokun2002-maker/</a:t>
            </a:r>
            <a:r>
              <a:rPr dirty="0" err="1"/>
              <a:t>ygcouncil</a:t>
            </a:r>
            <a:br>
              <a:rPr dirty="0"/>
            </a:br>
            <a:r>
              <a:rPr dirty="0" err="1"/>
              <a:t>제작</a:t>
            </a:r>
            <a:r>
              <a:rPr dirty="0"/>
              <a:t>/</a:t>
            </a:r>
            <a:r>
              <a:rPr dirty="0" err="1"/>
              <a:t>지원</a:t>
            </a:r>
            <a:r>
              <a:rPr dirty="0"/>
              <a:t>: 글로컬소프트</a:t>
            </a:r>
            <a:r>
              <a:rPr lang="ko-KR" altLang="en-US" dirty="0"/>
              <a:t> 대표 김종훈 </a:t>
            </a:r>
            <a:r>
              <a:rPr lang="en-US" altLang="ko-KR"/>
              <a:t>(010-9354-7929)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1004</Words>
  <Application>Microsoft Macintosh PowerPoint</Application>
  <PresentationFormat>와이드스크린</PresentationFormat>
  <Paragraphs>120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종훈 김</cp:lastModifiedBy>
  <cp:revision>3</cp:revision>
  <dcterms:created xsi:type="dcterms:W3CDTF">2013-01-27T09:14:16Z</dcterms:created>
  <dcterms:modified xsi:type="dcterms:W3CDTF">2026-08-03T03:25:40Z</dcterms:modified>
  <cp:category/>
</cp:coreProperties>
</file>