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6858000" y="0"/>
            <a:ext cx="5333695" cy="6858000"/>
          </a:xfrm>
          <a:prstGeom prst="rtTriangle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114800" cy="457200"/>
          </a:xfrm>
          <a:prstGeom prst="round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1C36"/>
                </a:solidFill>
              </a:defRPr>
            </a:pPr>
            <a:r>
              <a:t>🏛️ 제9대·10대 영광군의회 맞춤 소통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영광군의회 군민소통 전용 웹플랫폼</a:t>
            </a:r>
          </a:p>
          <a:p>
            <a:pPr>
              <a:spcBef>
                <a:spcPts val="1200"/>
              </a:spcBef>
              <a:defRPr sz="4000" b="1">
                <a:solidFill>
                  <a:srgbClr val="E0A96D"/>
                </a:solidFill>
              </a:defRPr>
            </a:pPr>
            <a:r>
              <a:t>'열린소통 ON' 구축 및 도입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00A896"/>
                </a:solidFill>
              </a:defRPr>
            </a:pPr>
            <a:r>
              <a:t>"군민의 소리를 담다, 함께 만드는 영광의 미래"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제안자: 글로컬소프트 | 영광군의회 실무자 제출용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BACKGROUND &amp;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추진 배경 및 도입 필요성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71D36"/>
                </a:solidFill>
              </a:defRPr>
            </a:pPr>
            <a:r>
              <a:t>❌ 기존 지자체/의정 홈페이지의 한계점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단방향 정보 전달 중심: 공지사항 및 텍스트 회의록 열람 위주로 군민 참여 저조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고령층 접근성 부족: 작은 글씨와 복잡한 메뉴 구조로 어르신 군민 소통 소외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지역 밀착 소통 미흡: 영광 11개 읍·면별 맞춤 이슈 파악 및 의견 수렴 한계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민원 처리 불투명성: 청원 접수 후 처리 단계와 안건 반영 과정 확인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F7F5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⭕ '열린소통 ON'만의 혁신적 해결책</a:t>
            </a:r>
          </a:p>
          <a:p>
            <a:pPr>
              <a:spcBef>
                <a:spcPts val="1400"/>
              </a:spcBef>
              <a:defRPr sz="1300" b="1">
                <a:solidFill>
                  <a:srgbClr val="0B2D52"/>
                </a:solidFill>
              </a:defRPr>
            </a:pPr>
            <a:r>
              <a:t>✔ 쌍방향 참여 포털: 군민청원 100명 동의 시 의회 안건 자동 반영 프로세스</a:t>
            </a:r>
          </a:p>
          <a:p>
            <a:pPr>
              <a:spcBef>
                <a:spcPts val="1400"/>
              </a:spcBef>
              <a:defRPr sz="1300" b="1">
                <a:solidFill>
                  <a:srgbClr val="0B2D52"/>
                </a:solidFill>
              </a:defRPr>
            </a:pPr>
            <a:r>
              <a:t>✔ 어르신 쉬운 모드 지원: 글자 120% 확대 &amp; 고대비 모드 원클릭 전환 기능</a:t>
            </a:r>
          </a:p>
          <a:p>
            <a:pPr>
              <a:spcBef>
                <a:spcPts val="1400"/>
              </a:spcBef>
              <a:defRPr sz="1300" b="1">
                <a:solidFill>
                  <a:srgbClr val="0B2D52"/>
                </a:solidFill>
              </a:defRPr>
            </a:pPr>
            <a:r>
              <a:t>✔ 11개 읍·면 소통지도: 법성, 백수, 염산 등 동네별 맞춤 민원 시각화</a:t>
            </a:r>
          </a:p>
          <a:p>
            <a:pPr>
              <a:spcBef>
                <a:spcPts val="1400"/>
              </a:spcBef>
              <a:defRPr sz="1300" b="1">
                <a:solidFill>
                  <a:srgbClr val="0B2D52"/>
                </a:solidFill>
              </a:defRPr>
            </a:pPr>
            <a:r>
              <a:t>✔ 실시간 처리 시각화: [접수 ➔ 동의 ➔ 답변 ➔ 반영] 4단계 프로그레스 바 공개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'열린소통 ON' 5대 핵심 차별화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D52"/>
                </a:solidFill>
              </a:defRPr>
            </a:pPr>
            <a:r>
              <a:t>① 군민청원 100명 동의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청원 제출 후 100명 동의 시 의장단 및 상임위 공식 안건 지정 &amp; 실시간 진행바 제공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D52"/>
                </a:solidFill>
              </a:defRPr>
            </a:pPr>
            <a:r>
              <a:t>② 어르신 쉬운 모드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영광군 고령층 인구 특성을 고려한 원클릭 글자 확대 &amp; 고대비 접근성 특화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D52"/>
                </a:solidFill>
              </a:defRPr>
            </a:pPr>
            <a:r>
              <a:t>③ 11개 읍·면 소통지도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영광읍부터 낙월면 도서 지역까지 11개 지역별 민원 및 의정활동 핀포인트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D52"/>
                </a:solidFill>
              </a:defRPr>
            </a:pPr>
            <a:r>
              <a:t>④ 조례안 라이브 투표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발의 중인 영광군 조례안에 군민이 직접 찬반 투표 및 파이차트 실시간 시각화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2D52"/>
                </a:solidFill>
              </a:defRPr>
            </a:pPr>
            <a:r>
              <a:t>⑤ 생중계 &amp; AI 요약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본회의 실시간 방송시청과 주요 발언 4초 간격 AI 라이브 요약 &amp; 참관 예약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기존 홈페이지 vs '열린소통 ON'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419295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B2D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기존 영광군의회 홈페이지 ❌</a:t>
                      </a:r>
                    </a:p>
                  </a:txBody>
                  <a:tcPr>
                    <a:solidFill>
                      <a:srgbClr val="0B2D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새로 구축한 '열린소통 ON' ⭕</a:t>
                      </a:r>
                    </a:p>
                  </a:txBody>
                  <a:tcPr>
                    <a:solidFill>
                      <a:srgbClr val="00A89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소통 방식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단방향 정보 전달 (공지사항, 회의록 단순 조회)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쌍방향 참여형 (군민청원 동의, 조례안 찬반 직접 투표)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어르신 접근성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작은 글씨, 복잡한 메뉴 (어르신 이용 어려움)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어르신 쉬운 모드 (글자 120% 확대, 고대비) 원클릭 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지역 밀착도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영광군 전체 통합 게시판 위주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영광 11개 읍·면 소통지도 (동네별 이슈 핀포인트)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처리 투명성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민원 제출 후 처리 과정 파악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[접수➔동의➔답변➔반영] 4단계 실시간 진행바 공개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회의록 요약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난해한 전문 회의록 검색 방식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2D52"/>
                          </a:solidFill>
                        </a:defRPr>
                      </a:pPr>
                      <a:r>
                        <a:t>AI 실시간 발언 요약 &amp; 1:1 의원 직접 건의함 제공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COUNCIL ROSTER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제10대 영광군의회 현역 의장단 &amp; 의원 맞춤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</a:defRPr>
            </a:pPr>
            <a:r>
              <a:t>※ 영광군의회 공식 홈페이지(https://www.yeonggwang.go.kr/ygcouncil) 제10대 최신 의원 정보 반영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제10대 전반기 의장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조일영 의장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가선거구 (영광·대마·묘량·불갑)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제10대 전반기 부의장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김관필 부의장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나선거구 (백수·홍농·법성)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의회운영위원장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정용호 의원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가선거구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자치행정위원장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김홍재 의원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가선거구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산업건설위원장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박진구 의원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나선거구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11480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영광군의회 의원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임영민 의원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가선거구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영광군의회 의원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정선우 의원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나선거구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11480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A896"/>
                </a:solidFill>
              </a:defRPr>
            </a:pPr>
            <a:r>
              <a:t>영광군의회 의원</a:t>
            </a:r>
          </a:p>
          <a:p>
            <a:pPr>
              <a:spcBef>
                <a:spcPts val="400"/>
              </a:spcBef>
              <a:defRPr sz="1800" b="1">
                <a:solidFill>
                  <a:srgbClr val="0B2D52"/>
                </a:solidFill>
              </a:defRPr>
            </a:pPr>
            <a:r>
              <a:t>김선옥 의원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비례대표</a:t>
            </a:r>
          </a:p>
          <a:p>
            <a:pPr>
              <a:spcBef>
                <a:spcPts val="800"/>
              </a:spcBef>
              <a:defRPr sz="1100" b="1">
                <a:solidFill>
                  <a:srgbClr val="E0A96D"/>
                </a:solidFill>
              </a:defRPr>
            </a:pPr>
            <a:r>
              <a:t>✉️ 1:1 직접 건의함 탑재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ADMIN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의회 사무과 전용 통합 관리자 시스템 (admin.html)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B2D52"/>
                </a:solidFill>
              </a:defRPr>
            </a:pPr>
            <a:r>
              <a:t>⚙️ 실무자를 위한 원스톱 관리 대시보드 탑재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📢 청원 및 안건 관리 : 접수된 군민 청원 조회, 의회 공식 답변 등록 및 100명 달성 안건 반영 처리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✉️ 1:1 의원 건의 알림 : 의원실별 접수된 건의 답변 작성 및 군민 신청자에게 SMS 알림 발송 연동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📺 생중계 &amp; AI 요약 : 본회의 생중계 상태(LIVE/종료) 제어 및 AI 실시간 발언 요약 라이브 등록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• 🗺️ 11개 읍·면 이슈 갱신 : 각 읍면별 소통 지도 내 최신 민원 및 현장 의정소식 1초 만에 업데이트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모바일 앱 확장성 및 구축 기대효과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📱 모바일 앱(App) 출시 확장성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✔ PWA (Progressive Web App): 앱스토어 설치 없이 스마트폰 홈 화면에 '영광군의회 앱' 1초 추가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✔ iOS &amp; Android 정식 앱 출시: 하이브리드(Capacitor) 변환으로 구글/애플 스토어 정식 등록 가능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✔ 스마트폰 푸시 알림 (Push): 청원 답변 등록 알림, 본회의 생중계 시작 알림 자동 발송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6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0A96D"/>
                </a:solidFill>
              </a:defRPr>
            </a:pPr>
            <a:r>
              <a:t>📈 영광군의회 3대 기대 효과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</a:defRPr>
            </a:pPr>
            <a:r>
              <a:t>1. 전남 1등 소통 의회 브랜딩: 군민 중심의 열린 소통 포털 운영 성과 홍보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</a:defRPr>
            </a:pPr>
            <a:r>
              <a:t>2. 전 계층 포용적 의정: 청년층(온라인 청원/투표) + 어르신(쉬운 모드) 모두 포용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</a:defRPr>
            </a:pPr>
            <a:r>
              <a:t>3. 의정 활동 성과 극대화: 1:1 열린 의원실 및 읍면 지도를 통한 공약 이행률 홍보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0A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A96D"/>
                </a:solidFill>
              </a:defRPr>
            </a:pPr>
            <a:r>
              <a:t>PRICING &amp;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사업 소요 예산 및 유지관리 견안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B2D52"/>
                </a:solidFill>
              </a:defRPr>
            </a:pPr>
            <a:r>
              <a:t>💻 플랫폼 초기 구축비 (1회성)</a:t>
            </a:r>
          </a:p>
          <a:p>
            <a:pPr>
              <a:spcBef>
                <a:spcPts val="1000"/>
              </a:spcBef>
              <a:defRPr sz="3200" b="1">
                <a:solidFill>
                  <a:srgbClr val="00A896"/>
                </a:solidFill>
              </a:defRPr>
            </a:pPr>
            <a:r>
              <a:t>10,000,000 원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(일천만 원 / VAT 별도)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군민소통 전용 웹플랫폼 맞춤 개발 일체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어르신 쉬운 모드 UI &amp; 11개 읍면 소통지도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조례안 군민 찬반 투표 &amp; AI 요약 모듈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✔ 의회 사무과 통합 관리자 포털(admin.html)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6F7F5"/>
          </a:solidFill>
          <a:ln w="25400"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B2D52"/>
                </a:solidFill>
              </a:defRPr>
            </a:pPr>
            <a:r>
              <a:t>⚙️ 서버 운영 및 유지관리비 (월 단위)</a:t>
            </a:r>
          </a:p>
          <a:p>
            <a:pPr>
              <a:spcBef>
                <a:spcPts val="1000"/>
              </a:spcBef>
              <a:defRPr sz="3200" b="1">
                <a:solidFill>
                  <a:srgbClr val="E0A96D"/>
                </a:solidFill>
              </a:defRPr>
            </a:pPr>
            <a:r>
              <a:t>1,000,000 원 / 월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(월 일백만 원 / VAT 별도)</a:t>
            </a:r>
          </a:p>
          <a:p>
            <a:pPr>
              <a:spcBef>
                <a:spcPts val="1000"/>
              </a:spcBef>
              <a:defRPr sz="1200" b="1">
                <a:solidFill>
                  <a:srgbClr val="0B2D52"/>
                </a:solidFill>
              </a:defRPr>
            </a:pPr>
            <a:r>
              <a:t>✔ 클라우드 보안 서버 호스팅 &amp; DB 백업 관리</a:t>
            </a:r>
          </a:p>
          <a:p>
            <a:pPr>
              <a:spcBef>
                <a:spcPts val="1000"/>
              </a:spcBef>
              <a:defRPr sz="1200" b="1">
                <a:solidFill>
                  <a:srgbClr val="0B2D52"/>
                </a:solidFill>
              </a:defRPr>
            </a:pPr>
            <a:r>
              <a:t>✔ 실시간 기술 지원 &amp; 긴급 장애 대응 24/7</a:t>
            </a:r>
          </a:p>
          <a:p>
            <a:pPr>
              <a:spcBef>
                <a:spcPts val="1000"/>
              </a:spcBef>
              <a:defRPr sz="1200" b="1">
                <a:solidFill>
                  <a:srgbClr val="0B2D52"/>
                </a:solidFill>
              </a:defRPr>
            </a:pPr>
            <a:r>
              <a:t>✔ 스마트폰 PWA 및 푸시 알림 서버 관리</a:t>
            </a:r>
          </a:p>
          <a:p>
            <a:pPr>
              <a:spcBef>
                <a:spcPts val="1000"/>
              </a:spcBef>
              <a:defRPr sz="1200" b="1">
                <a:solidFill>
                  <a:srgbClr val="0B2D52"/>
                </a:solidFill>
              </a:defRPr>
            </a:pPr>
            <a:r>
              <a:t>✔ 월별 군민 소통 통계 보고서 발행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0A96D"/>
                </a:solidFill>
              </a:defRPr>
            </a:pPr>
            <a:r>
              <a:t>감사합니다</a:t>
            </a:r>
          </a:p>
          <a:p>
            <a:pPr algn="ctr">
              <a:spcBef>
                <a:spcPts val="2000"/>
              </a:spcBef>
              <a:defRPr sz="2200">
                <a:solidFill>
                  <a:srgbClr val="FFFFFF"/>
                </a:solidFill>
              </a:defRPr>
            </a:pPr>
            <a:r>
              <a:t>영광군의회 군민소통 전용 웹플랫폼 '열린소통 ON'과 함께</a:t>
            </a:r>
            <a:br/>
            <a:r>
              <a:t>군민 중심의 참여 의정을 만드시길 기원합니다.</a:t>
            </a:r>
          </a:p>
          <a:p>
            <a:pPr algn="ctr">
              <a:spcBef>
                <a:spcPts val="3000"/>
              </a:spcBef>
              <a:defRPr sz="1500">
                <a:solidFill>
                  <a:srgbClr val="00A896"/>
                </a:solidFill>
              </a:defRPr>
            </a:pPr>
            <a:r>
              <a:t>🌐 데모 시연: http://localhost:8085/ (관리자: /admin.html)</a:t>
            </a:r>
            <a:br/>
            <a:r>
              <a:t>📂 깃허브 저장소: https://github.com/shokun2002-maker/ygcouncil</a:t>
            </a:r>
            <a:br/>
            <a:r>
              <a:t>제작/지원: 글로컬소프트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